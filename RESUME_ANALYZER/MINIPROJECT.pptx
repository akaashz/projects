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7" r:id="rId6"/>
    <p:sldId id="268" r:id="rId7"/>
    <p:sldId id="271" r:id="rId8"/>
    <p:sldId id="270" r:id="rId9"/>
    <p:sldId id="264" r:id="rId10"/>
    <p:sldId id="269" r:id="rId11"/>
    <p:sldId id="265" r:id="rId12"/>
    <p:sldId id="266" r:id="rId13"/>
  </p:sldIdLst>
  <p:sldSz cx="12192000" cy="6858000"/>
  <p:notesSz cx="7053263" cy="93091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Century Gothic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NLoiyYCiXaEngjL/Mpqqd7i29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00"/>
    <a:srgbClr val="085F90"/>
    <a:srgbClr val="F02CC6"/>
    <a:srgbClr val="0A149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138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5217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27729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50" tIns="46700" rIns="9345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4210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42100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42100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42100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 descr="A picture containing sky, outdoor, real estate, architecture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56674" y="250189"/>
            <a:ext cx="11678651" cy="63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BEC2AF1-DF64-4577-B63A-25761472A38D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5813" y="500378"/>
            <a:ext cx="5644907" cy="138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617934A-94F6-4C5E-B0A9-D7BEDC10F71B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E8687F5-25DD-4DD1-9985-988FABB5BD68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24ABFF5-4683-462A-ACBE-5DE189134F40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5520D3E-185A-4CE4-A9AF-0E6C047B412F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218CE1D-CE2A-4EC3-B903-C469E35BE3A0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DBE6DBB-C259-441A-B1D8-754CB3F2B48F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0F53CDD-DC8E-4BA7-ADE6-4764BE57547E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5A85D23-A9D4-4B41-BB51-DE7A1F71B4B3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5B6DF25-315F-4DB6-A3FC-6A024AD8852A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06B1E11-7E83-458E-A5B2-D79A16FEFFA9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9001" y="466512"/>
            <a:ext cx="2125133" cy="52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96337B4-9911-46D9-952D-37063A81FF56}" type="datetime3">
              <a:rPr lang="en-US" smtClean="0"/>
              <a:pPr/>
              <a:t>15 April 2026</a:t>
            </a:fld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21LF02 MINIPROJECT I Review         </a:t>
            </a:r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ct.dev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150552" y="1938934"/>
            <a:ext cx="1204144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/>
              <a:buNone/>
            </a:pPr>
            <a:r>
              <a:rPr lang="en-US" sz="3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30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&amp; Communication Engineering</a:t>
            </a:r>
            <a:endParaRPr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23EXC409 MINIPROJECT 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6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/>
              <a:buNone/>
            </a:pPr>
            <a:r>
              <a:rPr lang="en-US" sz="30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YEAR: </a:t>
            </a:r>
            <a:r>
              <a:rPr lang="en-US" sz="3000" b="1" i="0" u="none" strike="noStrike" cap="none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 </a:t>
            </a:r>
            <a:r>
              <a:rPr lang="en-US" sz="30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000" b="1" i="0" u="none" strike="noStrike" cap="none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 </a:t>
            </a:r>
            <a:r>
              <a:rPr lang="en-US" sz="3000" b="1" i="0" u="none" strike="noStrike" cap="none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</a:t>
            </a:r>
            <a:r>
              <a:rPr lang="en-US" sz="3000" b="1" i="0" u="none" strike="noStrike" cap="none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lang="en-US" sz="3000" b="1" i="0" u="none" strike="noStrike" cap="none" dirty="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/>
              <a:buNone/>
            </a:pPr>
            <a:endParaRPr lang="en-US" sz="3000" b="1" i="0" u="none" strike="noStrike" cap="none" dirty="0">
              <a:solidFill>
                <a:srgbClr val="0A14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/>
              <a:buNone/>
            </a:pPr>
            <a:r>
              <a:rPr lang="en-US" sz="3200" b="1" dirty="0" smtClean="0">
                <a:solidFill>
                  <a:srgbClr val="0A14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MINIPROJECT: TITLE </a:t>
            </a:r>
            <a:r>
              <a:rPr lang="en-US" sz="3200" b="1" dirty="0" smtClean="0">
                <a:solidFill>
                  <a:srgbClr val="0A14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ANALYZER USING AI</a:t>
            </a:r>
            <a:endParaRPr sz="3200" b="1" i="0" u="none" strike="noStrike" cap="none" dirty="0">
              <a:solidFill>
                <a:srgbClr val="0A14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8078" y="5936775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17/04/2026</a:t>
            </a:r>
            <a:endParaRPr lang="en-IN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714699" y="5523997"/>
            <a:ext cx="4776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Year / Semester: III / </a:t>
            </a:r>
            <a:r>
              <a:rPr lang="en-US" sz="2800" b="1" dirty="0" smtClean="0"/>
              <a:t>VI</a:t>
            </a:r>
            <a:endParaRPr lang="en-IN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714699" y="5955600"/>
            <a:ext cx="4533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Branch / Section: EC / 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DBD12F4-CA5D-40C4-931F-5BD8BE7CE35D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ftr" idx="11"/>
          </p:nvPr>
        </p:nvSpPr>
        <p:spPr>
          <a:xfrm>
            <a:off x="3679785" y="62984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21LF02 MINIPROJECT I Review         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2</a:t>
            </a:fld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67874" y="47625"/>
            <a:ext cx="7693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71833" y="1695186"/>
            <a:ext cx="10583459" cy="3676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Akaashz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Roll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: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717823L203</a:t>
            </a: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</a:t>
            </a:r>
            <a:r>
              <a:rPr lang="en-US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Asishsurya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Roll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: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717822L205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Guna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Roll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: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717822L2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253410" y="3757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lang="en-US" sz="2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C8269DF1-C597-48E1-A44C-7D2455D3127A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 dirty="0"/>
          </a:p>
        </p:txBody>
      </p:sp>
      <p:sp>
        <p:nvSpPr>
          <p:cNvPr id="107" name="Google Shape;10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6AD6AF9-FF8A-E90D-2887-9F939CF52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140" y="1360967"/>
            <a:ext cx="10854069" cy="4869712"/>
          </a:xfrm>
        </p:spPr>
        <p:txBody>
          <a:bodyPr>
            <a:normAutofit/>
          </a:bodyPr>
          <a:lstStyle/>
          <a:p>
            <a:pPr marL="50800" indent="0" algn="just">
              <a:buNone/>
            </a:pPr>
            <a:r>
              <a:rPr lang="en-US" sz="3200" dirty="0" smtClean="0"/>
              <a:t>This project is an AI-based Resume Analyzer that evaluates resumes using Natural Language Processing (NLP) techniques. It compares resumes with job descriptions using TF-IDF and cosine similarity. The system provides a resume score, fit level, missing skills, and suggestions to improve job matching.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210879" y="3903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dirty="0"/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AFED14D-9CBF-4B04-B659-8851CC4104EE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4</a:t>
            </a:fld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466061" y="1265274"/>
            <a:ext cx="10515600" cy="509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Times New Roman"/>
              <a:cs typeface="Times New Roman"/>
            </a:endParaRPr>
          </a:p>
        </p:txBody>
      </p:sp>
      <p:pic>
        <p:nvPicPr>
          <p:cNvPr id="7" name="Picture 6" descr="AI resume analysis process 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85" y="1524000"/>
            <a:ext cx="4582886" cy="46917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COMPOENTS DETAILS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5BB50F5-0BE2-C3A7-7475-E4B932ACD9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Python – </a:t>
            </a:r>
            <a:r>
              <a:rPr lang="en-US" dirty="0" smtClean="0"/>
              <a:t>Backend </a:t>
            </a:r>
            <a:r>
              <a:rPr lang="en-US" dirty="0" smtClean="0"/>
              <a:t>logic </a:t>
            </a:r>
            <a:endParaRPr lang="en-US" dirty="0" smtClean="0"/>
          </a:p>
          <a:p>
            <a:pPr marL="50800" indent="0">
              <a:buNone/>
            </a:pPr>
            <a:r>
              <a:rPr lang="en-US" dirty="0" err="1" smtClean="0"/>
              <a:t>FastAPI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 smtClean="0"/>
              <a:t>API </a:t>
            </a:r>
            <a:r>
              <a:rPr lang="en-US" dirty="0" smtClean="0"/>
              <a:t>development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React </a:t>
            </a:r>
            <a:r>
              <a:rPr lang="en-US" dirty="0" smtClean="0"/>
              <a:t>– </a:t>
            </a:r>
            <a:r>
              <a:rPr lang="en-US" dirty="0" smtClean="0"/>
              <a:t>Frontend </a:t>
            </a:r>
            <a:r>
              <a:rPr lang="en-US" dirty="0" smtClean="0"/>
              <a:t>UI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Tailwind </a:t>
            </a:r>
            <a:r>
              <a:rPr lang="en-US" dirty="0" smtClean="0"/>
              <a:t>CSS – </a:t>
            </a:r>
            <a:r>
              <a:rPr lang="en-US" dirty="0" smtClean="0"/>
              <a:t>Styling </a:t>
            </a:r>
          </a:p>
          <a:p>
            <a:pPr marL="50800" indent="0">
              <a:buNone/>
            </a:pPr>
            <a:r>
              <a:rPr lang="en-US" dirty="0" err="1" smtClean="0"/>
              <a:t>Scikit</a:t>
            </a:r>
            <a:r>
              <a:rPr lang="en-US" dirty="0" smtClean="0"/>
              <a:t>-learn </a:t>
            </a:r>
            <a:r>
              <a:rPr lang="en-US" dirty="0" smtClean="0"/>
              <a:t>– </a:t>
            </a:r>
            <a:r>
              <a:rPr lang="en-US" dirty="0" smtClean="0"/>
              <a:t>TF-IDF </a:t>
            </a:r>
            <a:r>
              <a:rPr lang="en-US" dirty="0" smtClean="0"/>
              <a:t>&amp; similarity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NLTK </a:t>
            </a:r>
            <a:r>
              <a:rPr lang="en-US" dirty="0" smtClean="0"/>
              <a:t>– Text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DEA8085-C93B-44BA-AE90-6926EF3CFB04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0247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ABOUT THE PROJECT(Operation/Working)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5BB50F5-0BE2-C3A7-7475-E4B932ACD9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Resume PDF is uploaded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Text </a:t>
            </a:r>
            <a:r>
              <a:rPr lang="en-US" dirty="0" smtClean="0"/>
              <a:t>is extracted and cleaned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Skills </a:t>
            </a:r>
            <a:r>
              <a:rPr lang="en-US" dirty="0" smtClean="0"/>
              <a:t>are identified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TF-IDF </a:t>
            </a:r>
            <a:r>
              <a:rPr lang="en-US" dirty="0" smtClean="0"/>
              <a:t>converts text into vectors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Cosine </a:t>
            </a:r>
            <a:r>
              <a:rPr lang="en-US" dirty="0" smtClean="0"/>
              <a:t>similarity calculates match </a:t>
            </a:r>
            <a:endParaRPr lang="en-US" dirty="0" smtClean="0"/>
          </a:p>
          <a:p>
            <a:pPr marL="50800" indent="0">
              <a:buNone/>
            </a:pPr>
            <a:r>
              <a:rPr lang="en-US" dirty="0" smtClean="0"/>
              <a:t>Score </a:t>
            </a:r>
            <a:r>
              <a:rPr lang="en-US" dirty="0" smtClean="0"/>
              <a:t>and suggestions are generated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AAE4A8A-DDE1-4584-9C2D-3E5E3BE69952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8713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Program Code: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5BB50F5-0BE2-C3A7-7475-E4B932ACD9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/>
          <a:lstStyle/>
          <a:p>
            <a:r>
              <a:rPr lang="en-US" dirty="0" smtClean="0"/>
              <a:t>Backend: </a:t>
            </a:r>
            <a:r>
              <a:rPr lang="en-US" dirty="0" err="1" smtClean="0"/>
              <a:t>FastAPI</a:t>
            </a:r>
            <a:r>
              <a:rPr lang="en-US" dirty="0" smtClean="0"/>
              <a:t> API (/analyze) </a:t>
            </a:r>
            <a:endParaRPr lang="en-US" dirty="0" smtClean="0"/>
          </a:p>
          <a:p>
            <a:r>
              <a:rPr lang="en-US" dirty="0" smtClean="0"/>
              <a:t>Frontend</a:t>
            </a:r>
            <a:r>
              <a:rPr lang="en-US" dirty="0" smtClean="0"/>
              <a:t>: React UI </a:t>
            </a:r>
            <a:endParaRPr lang="en-US" dirty="0" smtClean="0"/>
          </a:p>
          <a:p>
            <a:r>
              <a:rPr lang="en-US" dirty="0" smtClean="0"/>
              <a:t>Functions</a:t>
            </a:r>
            <a:r>
              <a:rPr lang="en-US" dirty="0" smtClean="0"/>
              <a:t>: </a:t>
            </a:r>
            <a:r>
              <a:rPr lang="en-US" dirty="0" err="1" smtClean="0"/>
              <a:t>extract_text_from_pdf</a:t>
            </a:r>
            <a:r>
              <a:rPr lang="en-US" dirty="0" smtClean="0"/>
              <a:t>() </a:t>
            </a:r>
          </a:p>
          <a:p>
            <a:r>
              <a:rPr lang="en-US" dirty="0" err="1" smtClean="0"/>
              <a:t>clean_text</a:t>
            </a:r>
            <a:r>
              <a:rPr lang="en-US" dirty="0" smtClean="0"/>
              <a:t>() </a:t>
            </a:r>
          </a:p>
          <a:p>
            <a:r>
              <a:rPr lang="en-US" dirty="0" err="1" smtClean="0"/>
              <a:t>calculate_similarity</a:t>
            </a:r>
            <a:r>
              <a:rPr lang="en-US" dirty="0" smtClean="0"/>
              <a:t>()</a:t>
            </a:r>
          </a:p>
          <a:p>
            <a:pPr marL="508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AAE4A8A-DDE1-4584-9C2D-3E5E3BE69952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3887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PHOTOS / VIDEOS OF  THE PROJECT PROTOTYPE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5BB50F5-0BE2-C3A7-7475-E4B932ACD9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/>
          <a:lstStyle/>
          <a:p>
            <a:pPr marL="508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F4693DB-E16B-4AA5-AD3F-BFB1946F5B7E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8</a:t>
            </a:fld>
            <a:endParaRPr/>
          </a:p>
        </p:txBody>
      </p:sp>
      <p:pic>
        <p:nvPicPr>
          <p:cNvPr id="8" name="Picture 7" descr="Screenshot 2026-04-15 0056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" y="1567542"/>
            <a:ext cx="9187543" cy="453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065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394855" y="2681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B3CB6AD-3EA8-492B-BBD6-CC8A791365D8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9</a:t>
            </a:fld>
            <a:endParaRPr/>
          </a:p>
        </p:txBody>
      </p:sp>
      <p:sp>
        <p:nvSpPr>
          <p:cNvPr id="163" name="Google Shape;163;p9"/>
          <p:cNvSpPr txBox="1">
            <a:spLocks noGrp="1"/>
          </p:cNvSpPr>
          <p:nvPr>
            <p:ph type="body" idx="1"/>
          </p:nvPr>
        </p:nvSpPr>
        <p:spPr>
          <a:xfrm>
            <a:off x="394855" y="1297172"/>
            <a:ext cx="10958945" cy="4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SzPts val="2000"/>
              <a:buNone/>
            </a:pPr>
            <a:r>
              <a:rPr lang="en-US" sz="3200" dirty="0" smtClean="0"/>
              <a:t>The project successfully demonstrates an ATS-style resume analyzer using NLP and machine learning. It provides quick and efficient resume evaluation and helps improve job matching.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394855" y="2681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dirty="0"/>
          </a:p>
        </p:txBody>
      </p:sp>
      <p:sp>
        <p:nvSpPr>
          <p:cNvPr id="160" name="Google Shape;1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EEABFE9-5BA5-4B9E-BCBF-F559C87EC76B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10</a:t>
            </a:fld>
            <a:endParaRPr/>
          </a:p>
        </p:txBody>
      </p:sp>
      <p:sp>
        <p:nvSpPr>
          <p:cNvPr id="163" name="Google Shape;163;p9"/>
          <p:cNvSpPr txBox="1">
            <a:spLocks noGrp="1"/>
          </p:cNvSpPr>
          <p:nvPr>
            <p:ph type="body" idx="1"/>
          </p:nvPr>
        </p:nvSpPr>
        <p:spPr>
          <a:xfrm>
            <a:off x="394855" y="1297172"/>
            <a:ext cx="10958945" cy="4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200" dirty="0" smtClean="0"/>
              <a:t>Add database (</a:t>
            </a:r>
            <a:r>
              <a:rPr lang="en-US" sz="3200" dirty="0" err="1" smtClean="0"/>
              <a:t>MongoDB</a:t>
            </a:r>
            <a:r>
              <a:rPr lang="en-US" sz="3200" dirty="0" smtClean="0"/>
              <a:t>) </a:t>
            </a:r>
          </a:p>
          <a:p>
            <a:r>
              <a:rPr lang="en-US" sz="3200" dirty="0" smtClean="0"/>
              <a:t>User login system </a:t>
            </a:r>
          </a:p>
          <a:p>
            <a:r>
              <a:rPr lang="en-US" sz="3200" dirty="0" smtClean="0"/>
              <a:t>Deploy as web application </a:t>
            </a:r>
          </a:p>
          <a:p>
            <a:r>
              <a:rPr lang="en-US" sz="3200" dirty="0" smtClean="0"/>
              <a:t>Improve AI model using deep learning 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0047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>
            <a:spLocks noGrp="1"/>
          </p:cNvSpPr>
          <p:nvPr>
            <p:ph type="title"/>
          </p:nvPr>
        </p:nvSpPr>
        <p:spPr>
          <a:xfrm>
            <a:off x="393405" y="365125"/>
            <a:ext cx="109603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REFRENCES</a:t>
            </a:r>
            <a:endParaRPr dirty="0"/>
          </a:p>
        </p:txBody>
      </p:sp>
      <p:sp>
        <p:nvSpPr>
          <p:cNvPr id="169" name="Google Shape;1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C1C9FF7-3AC3-42BA-B46C-9762EC812B42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70" name="Google Shape;1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11</a:t>
            </a:fld>
            <a:endParaRPr/>
          </a:p>
        </p:txBody>
      </p:sp>
      <p:sp>
        <p:nvSpPr>
          <p:cNvPr id="172" name="Google Shape;172;p10"/>
          <p:cNvSpPr txBox="1">
            <a:spLocks noGrp="1"/>
          </p:cNvSpPr>
          <p:nvPr>
            <p:ph type="body" idx="1"/>
          </p:nvPr>
        </p:nvSpPr>
        <p:spPr>
          <a:xfrm>
            <a:off x="533400" y="146540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SzPct val="100000"/>
              <a:buNone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Book References:</a:t>
            </a:r>
          </a:p>
          <a:p>
            <a:pPr marL="228600" indent="-228600">
              <a:buSzPct val="100000"/>
              <a:buNone/>
            </a:pPr>
            <a:r>
              <a:rPr lang="en-US" sz="2000" dirty="0" err="1" smtClean="0"/>
              <a:t>Scikit</a:t>
            </a:r>
            <a:r>
              <a:rPr lang="en-US" sz="2000" dirty="0" smtClean="0"/>
              <a:t>-learn Documentation </a:t>
            </a:r>
            <a:endParaRPr lang="en-US" sz="2000" dirty="0" smtClean="0"/>
          </a:p>
          <a:p>
            <a:pPr marL="228600" indent="-228600">
              <a:buSzPct val="100000"/>
              <a:buNone/>
            </a:pPr>
            <a:r>
              <a:rPr lang="en-US" sz="2000" dirty="0" smtClean="0"/>
              <a:t>NLTK </a:t>
            </a:r>
            <a:r>
              <a:rPr lang="en-US" sz="2000" dirty="0" smtClean="0"/>
              <a:t>Documentation </a:t>
            </a:r>
            <a:endParaRPr lang="en-US" sz="2000" dirty="0" smtClean="0"/>
          </a:p>
          <a:p>
            <a:pPr marL="228600" indent="-228600">
              <a:buSzPct val="100000"/>
              <a:buNone/>
            </a:pPr>
            <a:r>
              <a:rPr lang="en-US" sz="2000" dirty="0" err="1" smtClean="0"/>
              <a:t>FastAPI</a:t>
            </a:r>
            <a:r>
              <a:rPr lang="en-US" sz="2000" dirty="0" smtClean="0"/>
              <a:t> </a:t>
            </a:r>
            <a:r>
              <a:rPr lang="en-US" sz="2000" dirty="0" smtClean="0"/>
              <a:t>Documentation </a:t>
            </a:r>
            <a:endParaRPr lang="en-US" sz="2000" dirty="0" smtClean="0"/>
          </a:p>
          <a:p>
            <a:pPr marL="228600" indent="-228600">
              <a:buSzPct val="100000"/>
              <a:buNone/>
            </a:pPr>
            <a:r>
              <a:rPr lang="en-US" sz="2000" dirty="0" smtClean="0"/>
              <a:t>Research </a:t>
            </a:r>
            <a:r>
              <a:rPr lang="en-US" sz="2000" dirty="0" smtClean="0"/>
              <a:t>papers on Resume </a:t>
            </a:r>
            <a:r>
              <a:rPr lang="en-US" sz="2000" dirty="0" smtClean="0"/>
              <a:t>Screening</a:t>
            </a:r>
            <a:endParaRPr lang="en-US" sz="2200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228600">
              <a:buSzPct val="100000"/>
              <a:buNone/>
            </a:pPr>
            <a:r>
              <a:rPr lang="en-US" sz="22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Web References:</a:t>
            </a:r>
          </a:p>
          <a:p>
            <a:pPr marL="228600" indent="-228600">
              <a:buSzPct val="100000"/>
              <a:buNone/>
            </a:pPr>
            <a:r>
              <a:rPr lang="en-US" sz="1800" dirty="0" err="1" smtClean="0"/>
              <a:t>Scikit</a:t>
            </a:r>
            <a:r>
              <a:rPr lang="en-US" sz="1800" dirty="0" smtClean="0"/>
              <a:t>-learn Documentation</a:t>
            </a:r>
            <a:br>
              <a:rPr lang="en-US" sz="1800" dirty="0" smtClean="0"/>
            </a:br>
            <a:r>
              <a:rPr lang="en-US" sz="1800" dirty="0" smtClean="0"/>
              <a:t>👉 </a:t>
            </a:r>
            <a:r>
              <a:rPr lang="en-US" sz="1800" dirty="0" smtClean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scikit-learn.org</a:t>
            </a:r>
            <a:endParaRPr lang="en-US" sz="1800" dirty="0" smtClean="0"/>
          </a:p>
          <a:p>
            <a:pPr marL="228600" indent="-228600">
              <a:buSzPct val="100000"/>
              <a:buNone/>
            </a:pPr>
            <a:r>
              <a:rPr lang="fr-FR" sz="1800" dirty="0" err="1" smtClean="0"/>
              <a:t>React</a:t>
            </a:r>
            <a:r>
              <a:rPr lang="fr-FR" sz="1800" dirty="0" smtClean="0"/>
              <a:t> Documentation</a:t>
            </a:r>
            <a:br>
              <a:rPr lang="fr-FR" sz="1800" dirty="0" smtClean="0"/>
            </a:br>
            <a:r>
              <a:rPr lang="fr-FR" sz="1800" dirty="0" smtClean="0"/>
              <a:t>👉 </a:t>
            </a:r>
            <a:r>
              <a:rPr lang="fr-FR" sz="1800" dirty="0" smtClean="0">
                <a:hlinkClick r:id="rId4"/>
              </a:rPr>
              <a:t>https://react.dev</a:t>
            </a:r>
            <a:endParaRPr lang="en-US" sz="1800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228600">
              <a:buSzPct val="100000"/>
              <a:buNone/>
            </a:pPr>
            <a:endParaRPr lang="en-US" sz="2200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228600">
              <a:buSzPct val="100000"/>
              <a:buNone/>
            </a:pPr>
            <a:endParaRPr lang="en-US" sz="2200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body" idx="1"/>
          </p:nvPr>
        </p:nvSpPr>
        <p:spPr>
          <a:xfrm>
            <a:off x="588818" y="2646218"/>
            <a:ext cx="10515600" cy="12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6000" b="1" dirty="0">
              <a:solidFill>
                <a:srgbClr val="C0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6000" b="1" dirty="0">
                <a:solidFill>
                  <a:srgbClr val="C00000"/>
                </a:solidFill>
              </a:rPr>
              <a:t>Thank you</a:t>
            </a:r>
            <a:endParaRPr dirty="0"/>
          </a:p>
        </p:txBody>
      </p:sp>
      <p:sp>
        <p:nvSpPr>
          <p:cNvPr id="178" name="Google Shape;1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2569FB3-DFBB-4CB6-A5CF-BC34009A67A1}" type="datetime3">
              <a:rPr lang="en-US" smtClean="0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 April 2026</a:t>
            </a:fld>
            <a:endParaRPr/>
          </a:p>
        </p:txBody>
      </p:sp>
      <p:sp>
        <p:nvSpPr>
          <p:cNvPr id="179" name="Google Shape;1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21LF02 MINIPROJECT I Review         </a:t>
            </a:r>
            <a:endParaRPr/>
          </a:p>
        </p:txBody>
      </p:sp>
      <p:sp>
        <p:nvSpPr>
          <p:cNvPr id="180" name="Google Shape;1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340</Words>
  <Application>Microsoft Office PowerPoint</Application>
  <PresentationFormat>Custom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Calibri</vt:lpstr>
      <vt:lpstr>Century Gothic</vt:lpstr>
      <vt:lpstr>Office Theme</vt:lpstr>
      <vt:lpstr>Slide 1</vt:lpstr>
      <vt:lpstr>Slide 2</vt:lpstr>
      <vt:lpstr>ABSTRACT</vt:lpstr>
      <vt:lpstr>BLOCK DIAGRAM</vt:lpstr>
      <vt:lpstr>COMPOENTS DETAILS</vt:lpstr>
      <vt:lpstr>ABOUT THE PROJECT(Operation/Working)</vt:lpstr>
      <vt:lpstr>Program Code:</vt:lpstr>
      <vt:lpstr>PHOTOS / VIDEOS OF  THE PROJECT PROTOTYPE</vt:lpstr>
      <vt:lpstr>CONCLUSION</vt:lpstr>
      <vt:lpstr>FUTURE SCOPE</vt:lpstr>
      <vt:lpstr>REFRENCES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JAYADEVANNM</dc:creator>
  <cp:lastModifiedBy>Akaashz_muniaselvam</cp:lastModifiedBy>
  <cp:revision>34</cp:revision>
  <dcterms:created xsi:type="dcterms:W3CDTF">2023-05-18T12:21:03Z</dcterms:created>
  <dcterms:modified xsi:type="dcterms:W3CDTF">2026-04-14T20:20:15Z</dcterms:modified>
</cp:coreProperties>
</file>